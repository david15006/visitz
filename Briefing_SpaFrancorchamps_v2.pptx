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7-1.jpg" ContentType="image/jpg"/>
  <Override PartName="/ppt/media/image-7-2.jpg" ContentType="image/jpg"/>
  <Override PartName="/ppt/media/image-7-3.jpg" ContentType="image/jpg"/>
  <Override PartName="/ppt/media/image-7-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d'introduction. Accueillez les étudiants, présentez-vous et GESTANET. Durée :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clairement la mission principale : collecte des déchets sur le site de Francorchamps.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dimanche : horaires différents ! 08h-14h et 14h-20h. Toujours être présent 15 min avant.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Mettez en avant la majoration du dimanche (×2). Rappeler que le paiement dépend du check-in/check-out ONSS correct.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le point de rendez-vous précis et l'obligation d'être là 15 min avant.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: sans check-in, pas de paiement ! Montrez les captures d'écran si possible.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chaque étape visuellement. Rappeler : check-in à l'arrivée ET check-out à la fin du shift.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la ponctualité et l'importance d'avoir itsme installé et activé AVANT le jour J.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Ouvrez la session de questions. Rappeler de vérifier itsme avant le premier shift. Merci aux étudiants. ~0.5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2011680"/>
            <a:ext cx="9144000" cy="1371600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ÉTUDIANTS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Spa-Francorchamps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déchets · Été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GESTANET  ·  Présentation d'environ 10 minutes</a:t>
            </a:r>
            <a:endParaRPr lang="en-US" sz="1300" dirty="0"/>
          </a:p>
        </p:txBody>
      </p:sp>
    </p:spTree>
  </p:cSld>
  <p:clrMapOvr>
    <a:masterClrMapping/>
  </p:clrMapOvr>
  <p:transition spd="med">
    <p:fade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1887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FFFFFF"/>
                </a:solidFill>
              </a:rPr>
              <a:t>🗑️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&amp; tri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déchets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Ramasser les déchets dans les zones assignées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correctement selon les consignes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en binôme / équipe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tout problème au responsable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les consignes de sécurité</a:t>
            </a:r>
            <a:endParaRPr lang="en-US" sz="15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887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DES HORAIRES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Deux équipes — Soyez présents 15 minutes à l'avance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VENDREDI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614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08h00 – 15h00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0416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15h00 – 22h00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00400" y="160020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0040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SAMEDI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23774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0040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7614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08h00 – 15h00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200400" y="36576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0040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40416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15h00 – 22h00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35040" y="160020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3504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DIMANCHE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35040" y="23774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03504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7614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08h00 – 14h00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035040" y="36576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03504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40416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14h00 – 20h00</a:t>
            </a:r>
            <a:endParaRPr lang="en-US" sz="1700" dirty="0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1887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RÉMUNÉRATION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Taux horaire de base : </a:t>
            </a:r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</a:rPr>
              <a:t>16,81 €/h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228600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23042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– Vendredi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1,00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16,81 €/h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00400" y="228600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00400" y="23042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017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1,25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21,01 €/h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35040" y="228600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35040" y="23042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017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2,00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3504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33,62 €/h</a:t>
            </a:r>
            <a:endParaRPr lang="en-US" sz="20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18872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ARRIVÉE SUR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200400" cy="365760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2344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FFFFFF"/>
                </a:solidFill>
              </a:rPr>
              <a:t>📍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Francorchamps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1234440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840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188720"/>
            <a:ext cx="4251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17720" y="11887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Rejoindre le point de rassemblement indiqué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148840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40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2103120"/>
            <a:ext cx="4251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17720" y="2103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le responsable (15 min à l'avance)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3063240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404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560" y="3017520"/>
            <a:ext cx="4251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17720" y="30175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Recevoir votre zone de travail et votre équipement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3977640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8404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0560" y="3931920"/>
            <a:ext cx="4251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17720" y="39319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Procéder au check-in ONSS avant de commencer</a:t>
            </a:r>
            <a:endParaRPr lang="en-US" sz="1300" dirty="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1887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 ONSS — MARCHE À SUIVRE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OBLIGATOIRE pour être payé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45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📷  Scanner le QR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l'entrée du site, scannez le QR code affiché avec votre smartphone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37760" y="16916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645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Site ONSS s'ouvre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194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checkinout.socialsecurity.be s'ouvre automatiquement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34290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3832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  S'identifier via itsme®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Appuyez sur « itsme » et confirmez votre identité dans l'app itsme®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33756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937760" y="34290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377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3832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Appuyer sur « IN 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Confirmez votre arrivée en appuyant sur le bouton IN (bouton OUT à la fin)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18872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IMAGES — LES 4 ÉTAPES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965960" cy="3794760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5" name="Image 0" descr="/mnt/user-data/uploads/763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87552"/>
            <a:ext cx="178308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754880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74320" y="4754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QR Code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50592" y="896112"/>
            <a:ext cx="1965960" cy="3794760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9" name="Image 1" descr="/mnt/user-data/uploads/763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42032" y="987552"/>
            <a:ext cx="1783080" cy="3337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50592" y="4754880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450592" y="4754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Site ONSS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26864" y="896112"/>
            <a:ext cx="1965960" cy="3794760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13" name="Image 2" descr="/mnt/user-data/uploads/763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18304" y="987552"/>
            <a:ext cx="1783080" cy="33375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26864" y="4754880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626864" y="4754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itsme®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03136" y="896112"/>
            <a:ext cx="1965960" cy="3794760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17" name="Image 3" descr="/mnt/user-data/uploads/7641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94576" y="987552"/>
            <a:ext cx="1783080" cy="33375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03136" y="4754880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9" name="Text 13"/>
          <p:cNvSpPr/>
          <p:nvPr/>
        </p:nvSpPr>
        <p:spPr>
          <a:xfrm>
            <a:off x="6803136" y="4754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Bouton IN</a:t>
            </a:r>
            <a:endParaRPr lang="en-US" sz="1100" dirty="0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18872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RAPPELS IMPORTANTS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121615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93B"/>
                </a:solidFill>
              </a:rPr>
              <a:t>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8562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Ponctualité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2199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 15 min avant votre shift — sans exception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0" y="121615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93B"/>
                </a:solidFill>
              </a:rPr>
              <a:t>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18562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Téléphone chargé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22199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 pleine + itsme® installé et activé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080760" y="121615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93B"/>
                </a:solidFill>
              </a:rPr>
              <a:t>👕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18562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Tenue appropriée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222199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Vêtements confortables, chaussures fermées, couvre-chef conseillé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0040" y="30906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93B"/>
                </a:solidFill>
              </a:rPr>
              <a:t>🚫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0040" y="37307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no-show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0965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non signalées = exclusion des prochains événements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00400" y="30906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93B"/>
                </a:solidFill>
              </a:rPr>
              <a:t>📞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200400" y="37307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responsable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40965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transmis lors de votre confirmation de shift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30175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80760" y="30906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E293B"/>
                </a:solidFill>
              </a:rPr>
              <a:t>💧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080760" y="37307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40965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Prévoyez de l'eau — travail en extérieur toute la journée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18872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FFFFFF"/>
                </a:solidFill>
              </a:rPr>
              <a:t>❓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QUESTIONS 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N'hésitez pas à poser vos questions maintenant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à contacter votre responsable.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611880"/>
            <a:ext cx="4572000" cy="868680"/>
          </a:xfrm>
          <a:prstGeom prst="roundRect">
            <a:avLst>
              <a:gd name="adj" fmla="val 1578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611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Bienvenue dans l'équipe ! 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GESTANET · Spa-Francorchamps 2026</a:t>
            </a:r>
            <a:endParaRPr lang="en-US" sz="1100" dirty="0"/>
          </a:p>
        </p:txBody>
      </p:sp>
    </p:spTree>
  </p:cSld>
  <p:clrMapOvr>
    <a:masterClrMapping/>
  </p:clrMapOvr>
  <p:transition spd="slow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Étudiants - Spa-Francorchamps</dc:title>
  <dc:subject>PptxGenJS Presentation</dc:subject>
  <dc:creator>PptxGenJS</dc:creator>
  <cp:lastModifiedBy>PptxGenJS</cp:lastModifiedBy>
  <cp:revision>1</cp:revision>
  <dcterms:created xsi:type="dcterms:W3CDTF">2026-06-28T11:11:50Z</dcterms:created>
  <dcterms:modified xsi:type="dcterms:W3CDTF">2026-06-28T11:11:50Z</dcterms:modified>
</cp:coreProperties>
</file>