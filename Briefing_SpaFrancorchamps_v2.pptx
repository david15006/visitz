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7-1.jpg" ContentType="image/jpg"/>
  <Override PartName="/ppt/media/image-7-2.jpg" ContentType="image/jpg"/>
  <Override PartName="/ppt/media/image-7-3.jpg" ContentType="image/jpg"/>
  <Override PartName="/ppt/media/image-7-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d'introduction. Accueillez les étudiants, présentez-vous et GESTANET. Durée :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Présentez clairement la mission principale : collecte des déchets sur le site de Francorchamps.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Attention dimanche : horaires différents ! 08h-14h et 14h-20h. Toujours être présent 15 min avant. ~1.5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Mettez en avant la majoration du dimanche (×2). Rappeler que le paiement dépend du check-in/check-out ONSS correct.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Insistez sur le point de rendez-vous précis et l'obligation d'être là 15 min avant.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Insistez : sans check-in, pas de paiement ! Montrez les captures d'écran si possible.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Montrez chaque étape visuellement. Rappeler : check-in à l'arrivée ET check-out à la fin du shift.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Insistez sur la ponctualité et l'importance d'avoir itsme installé et activé AVANT le jour J.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Ouvrez la session de questions. Rappeler de vérifier itsme avant le premier shift. Merci aux étudiants. ~0.5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0" y="2011680"/>
            <a:ext cx="9144000" cy="1371600"/>
          </a:xfrm>
          <a:prstGeom prst="rect">
            <a:avLst/>
          </a:prstGeom>
          <a:solidFill>
            <a:srgbClr val="E94560">
              <a:alpha val="85000"/>
            </a:srgbClr>
          </a:solidFill>
          <a:ln w="12700">
            <a:solidFill>
              <a:srgbClr val="E9456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ÉTUDIANTS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Spa-Francorchamps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des déchets · Été 2026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44988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GESTANET  ·  Présentation d'environ 10 minutes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VOTRE MISSION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3931920" cy="356616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118872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dirty="0">
                <a:solidFill>
                  <a:srgbClr val="FFFFFF"/>
                </a:solidFill>
              </a:rPr>
              <a:t>🗑️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365760" y="310896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 &amp; tri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déchets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0" y="1188720"/>
            <a:ext cx="420624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Ramasser les déchets dans les zones assignées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Trier correctement selon les consignes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 binôme / équipe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 tout problème au responsable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Respecter les consignes de sécurité</a:t>
            </a:r>
            <a:endParaRPr lang="en-US" sz="15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1887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DES HORAIRES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Deux équipes — Soyez présents 15 minutes à l'avance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2651760" cy="594360"/>
          </a:xfrm>
          <a:prstGeom prst="roundRect">
            <a:avLst>
              <a:gd name="adj" fmla="val 1538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6002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VENDREDI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37744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2761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08h00 – 15h00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65760" y="36576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576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40416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15h00 – 22h00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00400" y="1600200"/>
            <a:ext cx="2651760" cy="594360"/>
          </a:xfrm>
          <a:prstGeom prst="roundRect">
            <a:avLst>
              <a:gd name="adj" fmla="val 15385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200400" y="16002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SAMEDI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00400" y="237744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20040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00400" y="2761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08h00 – 15h00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3200400" y="36576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20040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40416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15h00 – 22h00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1600200"/>
            <a:ext cx="2651760" cy="594360"/>
          </a:xfrm>
          <a:prstGeom prst="roundRect">
            <a:avLst>
              <a:gd name="adj" fmla="val 15385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035040" y="16002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DIMANCHE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035040" y="237744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35040" y="24231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27614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08h00 – 14h00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035040" y="3657600"/>
            <a:ext cx="265176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03504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035040" y="404164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14h00 – 20h00</a:t>
            </a:r>
            <a:endParaRPr lang="en-US" sz="1700" dirty="0"/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18872" cy="10058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RÉMUNÉRATION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960120"/>
          </a:xfrm>
          <a:prstGeom prst="roundRect">
            <a:avLst>
              <a:gd name="adj" fmla="val 11429"/>
            </a:avLst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Taux horaire de base : </a:t>
            </a:r>
            <a:pPr algn="ctr" indent="0" marL="0">
              <a:buNone/>
            </a:pPr>
            <a:r>
              <a:rPr lang="en-US" sz="3200" b="1" dirty="0">
                <a:solidFill>
                  <a:srgbClr val="F5A623"/>
                </a:solidFill>
              </a:rPr>
              <a:t>16,81 €/h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0D948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2286000"/>
            <a:ext cx="2651760" cy="640080"/>
          </a:xfrm>
          <a:prstGeom prst="roundRect">
            <a:avLst>
              <a:gd name="adj" fmla="val 1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23042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Lundi – Vendredi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017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1,00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16,81 €/h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00400" y="228600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E9456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0" y="2286000"/>
            <a:ext cx="2651760" cy="640080"/>
          </a:xfrm>
          <a:prstGeom prst="roundRect">
            <a:avLst>
              <a:gd name="adj" fmla="val 1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00400" y="23042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00400" y="3017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1,25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4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21,01 €/h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035040" y="2286000"/>
            <a:ext cx="2651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35040" y="2286000"/>
            <a:ext cx="2651760" cy="640080"/>
          </a:xfrm>
          <a:prstGeom prst="roundRect">
            <a:avLst>
              <a:gd name="adj" fmla="val 17143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35040" y="230428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Dimanche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017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2,00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35040" y="3657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33,62 €/h</a:t>
            </a:r>
            <a:endParaRPr lang="en-US" sz="2000" dirty="0"/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18872" cy="1005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ARRIVÉE SUR SITE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3200400" cy="365760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123444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0" dirty="0">
                <a:solidFill>
                  <a:srgbClr val="FFFFFF"/>
                </a:solidFill>
              </a:rPr>
              <a:t>📍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365760" y="292608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Francorchamps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40480" y="1234440"/>
            <a:ext cx="502920" cy="502920"/>
          </a:xfrm>
          <a:prstGeom prst="ellipse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840480" y="1234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1188720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7720" y="11887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point de rassemblement indiqué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40480" y="2148840"/>
            <a:ext cx="502920" cy="502920"/>
          </a:xfrm>
          <a:prstGeom prst="ellipse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84048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480560" y="2103120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17720" y="21031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Attendre le responsable (15 min à l'avance)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40480" y="3063240"/>
            <a:ext cx="502920" cy="502920"/>
          </a:xfrm>
          <a:prstGeom prst="ellipse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840480" y="3063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3017520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617720" y="30175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Recevoir votre zone de travail et votre équipement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40480" y="3977640"/>
            <a:ext cx="502920" cy="502920"/>
          </a:xfrm>
          <a:prstGeom prst="ellipse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84048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480560" y="3931920"/>
            <a:ext cx="4251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617720" y="393192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Procéder au check-in ONSS avant de commencer</a:t>
            </a:r>
            <a:endParaRPr lang="en-US" sz="1300" dirty="0"/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11887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CHECK-IN ONSS — MARCHE À SUIVRE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OBLIGATOIRE pour être payé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600200"/>
            <a:ext cx="41605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69164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645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📷  Scanner le QR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l'entrée du site, scannez le QR code affiché avec votre smartphone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00600" y="1600200"/>
            <a:ext cx="41605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37760" y="169164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1645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  Site ONSS s'ouvre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21945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checkinout.socialsecurity.be s'ouvre automatiquement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337560"/>
            <a:ext cx="41605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" y="342900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0292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383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🔐  S'identifier via itsme®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3931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Appuyez sur « itsme » et confirmez votre identité dans l'app itsme®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800600" y="3337560"/>
            <a:ext cx="416052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937760" y="3429000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377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0" y="33832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✅  Appuyer sur « IN 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83480" y="3931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Confirmez votre arrivée en appuyant sur le bouton IN (bouton OUT à la fin)</a:t>
            </a:r>
            <a:endParaRPr 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11887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IMAGES — LES 4 ÉTAPES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96112"/>
            <a:ext cx="1965960" cy="3794760"/>
          </a:xfrm>
          <a:prstGeom prst="roundRect">
            <a:avLst>
              <a:gd name="adj" fmla="val 9302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5" name="Image 0" descr="/mnt/user-data/uploads/763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987552"/>
            <a:ext cx="178308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4754880"/>
            <a:ext cx="1965960" cy="320040"/>
          </a:xfrm>
          <a:prstGeom prst="roundRect">
            <a:avLst>
              <a:gd name="adj" fmla="val 2285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274320" y="47548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QR Code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450592" y="896112"/>
            <a:ext cx="1965960" cy="3794760"/>
          </a:xfrm>
          <a:prstGeom prst="roundRect">
            <a:avLst>
              <a:gd name="adj" fmla="val 9302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9" name="Image 1" descr="/mnt/user-data/uploads/7637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42032" y="987552"/>
            <a:ext cx="1783080" cy="333756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450592" y="4754880"/>
            <a:ext cx="1965960" cy="320040"/>
          </a:xfrm>
          <a:prstGeom prst="roundRect">
            <a:avLst>
              <a:gd name="adj" fmla="val 2285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450592" y="47548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Site ONSS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626864" y="896112"/>
            <a:ext cx="1965960" cy="3794760"/>
          </a:xfrm>
          <a:prstGeom prst="roundRect">
            <a:avLst>
              <a:gd name="adj" fmla="val 9302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3" name="Image 2" descr="/mnt/user-data/uploads/7639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987552"/>
            <a:ext cx="1783080" cy="333756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626864" y="4754880"/>
            <a:ext cx="1965960" cy="320040"/>
          </a:xfrm>
          <a:prstGeom prst="roundRect">
            <a:avLst>
              <a:gd name="adj" fmla="val 2285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4626864" y="47548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itsme®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03136" y="896112"/>
            <a:ext cx="1965960" cy="3794760"/>
          </a:xfrm>
          <a:prstGeom prst="roundRect">
            <a:avLst>
              <a:gd name="adj" fmla="val 9302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7" name="Image 3" descr="/mnt/user-data/uploads/7641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894576" y="987552"/>
            <a:ext cx="1783080" cy="33375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03136" y="4754880"/>
            <a:ext cx="1965960" cy="320040"/>
          </a:xfrm>
          <a:prstGeom prst="roundRect">
            <a:avLst>
              <a:gd name="adj" fmla="val 2285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6803136" y="475488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Bouton IN</a:t>
            </a:r>
            <a:endParaRPr lang="en-US" sz="1100" dirty="0"/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118872" cy="8229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914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RAPPELS IMPORTANTS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20040" y="121615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E293B"/>
                </a:solidFill>
              </a:rPr>
              <a:t>⏰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18562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Ponctualité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222199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Arrivée 15 min avant votre shift — sans exception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121615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E293B"/>
                </a:solidFill>
              </a:rPr>
              <a:t>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00400" y="18562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Téléphone chargé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22199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Batterie pleine + itsme® installé et activé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80760" y="11430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080760" y="121615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E293B"/>
                </a:solidFill>
              </a:rPr>
              <a:t>👕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80760" y="185623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Tenue appropriée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222199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Vêtements confortables, chaussures fermées, couvre-chef conseillé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3017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20040" y="30906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E293B"/>
                </a:solidFill>
              </a:rPr>
              <a:t>🚫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20040" y="37307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 de no-show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409651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Absences non signalées = exclusion des prochains événements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3017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00400" y="30906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E293B"/>
                </a:solidFill>
              </a:rPr>
              <a:t>📞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200400" y="37307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responsable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409651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transmis lors de votre confirmation de shift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0760" y="30175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80760" y="309067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E293B"/>
                </a:solidFill>
              </a:rPr>
              <a:t>💧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6080760" y="373075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Hydratation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409651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Prévoyez de l'eau — travail en extérieur toute la journée</a:t>
            </a:r>
            <a:endParaRPr 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18872" cy="1005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FFFFFF"/>
                </a:solidFill>
              </a:rPr>
              <a:t>❓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QUESTIONS ?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N'hésitez pas à poser vos questions maintenant</a:t>
            </a:r>
            <a:endParaRPr lang="en-US" sz="16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à contacter votre responsable.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0" y="3611880"/>
            <a:ext cx="4572000" cy="868680"/>
          </a:xfrm>
          <a:prstGeom prst="roundRect">
            <a:avLst>
              <a:gd name="adj" fmla="val 1578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611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Bienvenue dans l'équipe ! 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GESTANET · Spa-Francorchamps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Étudiants - Spa-Francorchamps</dc:title>
  <dc:subject>PptxGenJS Presentation</dc:subject>
  <dc:creator>PptxGenJS</dc:creator>
  <cp:lastModifiedBy>PptxGenJS</cp:lastModifiedBy>
  <cp:revision>1</cp:revision>
  <dcterms:created xsi:type="dcterms:W3CDTF">2026-06-28T11:11:50Z</dcterms:created>
  <dcterms:modified xsi:type="dcterms:W3CDTF">2026-06-28T11:11:50Z</dcterms:modified>
</cp:coreProperties>
</file>